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359" autoAdjust="0"/>
    <p:restoredTop sz="97727" autoAdjust="0"/>
  </p:normalViewPr>
  <p:slideViewPr>
    <p:cSldViewPr snapToGrid="0">
      <p:cViewPr varScale="1">
        <p:scale>
          <a:sx n="107" d="100"/>
          <a:sy n="107" d="100"/>
        </p:scale>
        <p:origin x="14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7702D-6B6D-43A5-8DDF-5B09FC13538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21F19-8023-433C-AF4E-2F6F1A0A8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21F19-8023-433C-AF4E-2F6F1A0A85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50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790B-F984-7BB2-655C-647F32B6D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100E5-E6B0-BD37-7166-515005B8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D6044-C886-6924-28BC-01B7E343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DAAF7-D9B5-6EAA-F1F9-B6260BCE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698CA-1F44-9C09-C4E8-183AC998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0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A025-B727-FDFE-53B7-9DCF7570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0CB8-99CB-3524-09FB-0B5E167EB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0AFD4-35D9-06E8-FE3E-1A4099B5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BC14C-C20C-2F6A-B255-F131B94F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631F6-92F3-5508-CB2E-48407C2BC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8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A98F-AA36-B7B3-417B-BD9CF4E6D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355A-43DE-C956-05AB-0230E6E57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33E09-7B58-5409-3EAE-18D39935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B7A6-BF61-BD7D-1A2F-CCDA0374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D1C62-281C-5D14-0491-23AA65B1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9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46A2-5CDE-DA22-7F6B-20075867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EACA-77C4-2A8D-8084-12D83FB53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0F35D-CB63-9692-5CC0-6DD48A2AC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9268D-2A70-7902-21E1-1E67BF2E5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E8418-F45D-E5C9-5CEB-4F5DE494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BAF44-C2C9-74B8-8628-6195D5DE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5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DCBC-FD15-25A4-1691-42DF9C18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FF156-8822-4818-A82F-8521BC271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03D79-99A0-7B27-A265-2228B61D5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ED29C-36D4-E4ED-2B04-11AE3FBF8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F011E-AE2F-3386-52D8-3076E5084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B6EFF-69D3-28E1-E07B-01C70949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9BA23-678B-5EB1-5F8D-38257306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67B06-47FD-3AFA-79AE-BC3CCEB0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1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EA09-A1E3-4651-77D4-06CA2562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D715C-E2E5-C5D2-0BAB-84942111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6EFB8-F460-469A-A1A6-F6EEB56F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9F80C-973D-8E58-74D6-F2F3473D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7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2EBCA-79BE-23D7-CACA-8AD6E653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04C6BE-2F8E-C0F1-7CB1-C7E22433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A0FF-41AE-CC0F-37E0-27E21284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65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C1876-ED2D-3BBB-57A3-E2DB7497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6BF6A-9726-8EB0-7A92-534FFFC9F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C36E1-7329-E7D0-F227-40CF55AFE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54258-F28F-B300-1764-DD5E924E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E03A4-EA90-E536-74F9-6126CE50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BE851-3759-EC2A-5E08-E4A8D95A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2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81E6-3F83-4007-813D-F19445BC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BDCB5-2563-5073-2909-B4345EEB2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2EA15-AA77-9E6A-BDA2-252A11777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36F00-44AE-2D25-353F-9C063DEB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B9650-174D-36C6-AF95-69B99C633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6B14B-BEA4-138E-5AD2-DAEEA449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8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7FC9E-3BDF-1F01-5D61-6E57C579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720A6-2460-31BA-529C-A9EBAE0D4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0A711-D246-67F5-8A82-82EF3B96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8221D-779C-575D-F171-03FE8CB2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73D84-D296-ABDA-C281-D111D96A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7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1A7B6-E6A6-3ECF-70DD-247A46B99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A0C40-9C01-C958-F04A-D4263AAC4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BBF96-BC67-67AE-0729-BE6D6F514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7600-E6A2-B9A6-9228-B3913E68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E5AFC-E4CF-07DE-F5EB-75723877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3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F8EB7-C468-34AA-D144-A2546C3A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EBBF0-FDA7-1289-AD89-468F99366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917F6-4F09-56B0-22C3-172A893DD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89E45-F761-4DAB-AAC7-0546A49BFEE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BC6A4-95FE-0667-F1E4-E60864657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882C3-F6D8-FC4C-AFD5-92750AC4D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B6DFB-5827-48F1-B950-9F17DCFEE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5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364B413D-5C6C-7E8B-0313-246CDBE7B6CE}"/>
              </a:ext>
            </a:extLst>
          </p:cNvPr>
          <p:cNvSpPr/>
          <p:nvPr/>
        </p:nvSpPr>
        <p:spPr>
          <a:xfrm>
            <a:off x="8523038" y="1946823"/>
            <a:ext cx="2730460" cy="102445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D92F90-388F-B3F2-3031-5C4F0E24DF75}"/>
              </a:ext>
            </a:extLst>
          </p:cNvPr>
          <p:cNvSpPr/>
          <p:nvPr/>
        </p:nvSpPr>
        <p:spPr>
          <a:xfrm>
            <a:off x="7139257" y="3458646"/>
            <a:ext cx="841022" cy="2257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Cutscene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3C0349-2E14-D693-0900-EE2FF65989B8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 flipH="1">
            <a:off x="1109133" y="1857022"/>
            <a:ext cx="1" cy="694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CA6B01-D979-C515-3B20-598663730C1A}"/>
              </a:ext>
            </a:extLst>
          </p:cNvPr>
          <p:cNvSpPr/>
          <p:nvPr/>
        </p:nvSpPr>
        <p:spPr>
          <a:xfrm>
            <a:off x="7139257" y="3812062"/>
            <a:ext cx="1032932" cy="2539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Story Points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9FD283-0F68-7E9C-2809-D7EE48F4C24C}"/>
              </a:ext>
            </a:extLst>
          </p:cNvPr>
          <p:cNvSpPr/>
          <p:nvPr/>
        </p:nvSpPr>
        <p:spPr>
          <a:xfrm>
            <a:off x="10605240" y="1718731"/>
            <a:ext cx="841022" cy="35559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Player Actor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00FC1A-AC67-40C4-93AD-175B171C8054}"/>
              </a:ext>
            </a:extLst>
          </p:cNvPr>
          <p:cNvSpPr/>
          <p:nvPr/>
        </p:nvSpPr>
        <p:spPr>
          <a:xfrm>
            <a:off x="592666" y="2551294"/>
            <a:ext cx="1032933" cy="428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Input Mapping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3E76AB-D3D7-19E3-B503-ED0C929A8BEC}"/>
              </a:ext>
            </a:extLst>
          </p:cNvPr>
          <p:cNvSpPr/>
          <p:nvPr/>
        </p:nvSpPr>
        <p:spPr>
          <a:xfrm>
            <a:off x="592667" y="1428044"/>
            <a:ext cx="1032933" cy="428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Mouse/ Keyboard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FD8815-89D1-7EE4-91A4-E2953AF8ACCA}"/>
              </a:ext>
            </a:extLst>
          </p:cNvPr>
          <p:cNvSpPr/>
          <p:nvPr/>
        </p:nvSpPr>
        <p:spPr>
          <a:xfrm>
            <a:off x="1751188" y="1416759"/>
            <a:ext cx="1032933" cy="428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Game Pad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0D18D3-EEB7-A3F2-4445-2671D45C6D08}"/>
              </a:ext>
            </a:extLst>
          </p:cNvPr>
          <p:cNvSpPr/>
          <p:nvPr/>
        </p:nvSpPr>
        <p:spPr>
          <a:xfrm>
            <a:off x="5209225" y="798686"/>
            <a:ext cx="1199444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Overworld Map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F1DF5E4-65EB-F524-16AE-32C906975F80}"/>
              </a:ext>
            </a:extLst>
          </p:cNvPr>
          <p:cNvSpPr/>
          <p:nvPr/>
        </p:nvSpPr>
        <p:spPr>
          <a:xfrm>
            <a:off x="5175357" y="1540934"/>
            <a:ext cx="84102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Tile Map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B0DB1C1-015D-27A0-D516-19DB46D98C95}"/>
              </a:ext>
            </a:extLst>
          </p:cNvPr>
          <p:cNvSpPr/>
          <p:nvPr/>
        </p:nvSpPr>
        <p:spPr>
          <a:xfrm>
            <a:off x="6098225" y="1540933"/>
            <a:ext cx="84102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Objects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AB3116F-3AF6-875A-D1D0-0260AA3795CC}"/>
              </a:ext>
            </a:extLst>
          </p:cNvPr>
          <p:cNvSpPr/>
          <p:nvPr/>
        </p:nvSpPr>
        <p:spPr>
          <a:xfrm>
            <a:off x="7021093" y="1540932"/>
            <a:ext cx="84102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NPCs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D626F39-2BC8-F85C-7562-B1BB37ED2D7C}"/>
              </a:ext>
            </a:extLst>
          </p:cNvPr>
          <p:cNvSpPr/>
          <p:nvPr/>
        </p:nvSpPr>
        <p:spPr>
          <a:xfrm>
            <a:off x="8592181" y="2021094"/>
            <a:ext cx="1142997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Interrogations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BEEEDD1-EE22-0DFC-CF9B-A9180CA41E02}"/>
              </a:ext>
            </a:extLst>
          </p:cNvPr>
          <p:cNvSpPr/>
          <p:nvPr/>
        </p:nvSpPr>
        <p:spPr>
          <a:xfrm>
            <a:off x="8592180" y="2469826"/>
            <a:ext cx="1142997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Interactions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C01ED01-CA81-DA43-E19A-9DA5DC1ABD8D}"/>
              </a:ext>
            </a:extLst>
          </p:cNvPr>
          <p:cNvSpPr/>
          <p:nvPr/>
        </p:nvSpPr>
        <p:spPr>
          <a:xfrm>
            <a:off x="416650" y="6023246"/>
            <a:ext cx="692482" cy="2793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Mystery</a:t>
            </a:r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83481D-1912-5261-3B95-5AC4D5A927BA}"/>
              </a:ext>
            </a:extLst>
          </p:cNvPr>
          <p:cNvSpPr/>
          <p:nvPr/>
        </p:nvSpPr>
        <p:spPr>
          <a:xfrm>
            <a:off x="704959" y="5308614"/>
            <a:ext cx="103293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Case Manager</a:t>
            </a:r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69362B9-BDB5-B1A2-D319-7132AA09CBA1}"/>
              </a:ext>
            </a:extLst>
          </p:cNvPr>
          <p:cNvSpPr/>
          <p:nvPr/>
        </p:nvSpPr>
        <p:spPr>
          <a:xfrm>
            <a:off x="1850781" y="5308613"/>
            <a:ext cx="103293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Quest</a:t>
            </a:r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943A61F-14F2-D983-3037-BFA8B9249DA6}"/>
              </a:ext>
            </a:extLst>
          </p:cNvPr>
          <p:cNvSpPr/>
          <p:nvPr/>
        </p:nvSpPr>
        <p:spPr>
          <a:xfrm>
            <a:off x="2997200" y="4611517"/>
            <a:ext cx="1032932" cy="35559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Journal</a:t>
            </a:r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C511EAC-92E2-C888-06E9-A83A3AC2876E}"/>
              </a:ext>
            </a:extLst>
          </p:cNvPr>
          <p:cNvSpPr/>
          <p:nvPr/>
        </p:nvSpPr>
        <p:spPr>
          <a:xfrm>
            <a:off x="2996603" y="5286048"/>
            <a:ext cx="103293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Inventory</a:t>
            </a:r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9AB8FC6-00D5-5FFB-5FA8-0F9397A3B305}"/>
              </a:ext>
            </a:extLst>
          </p:cNvPr>
          <p:cNvSpPr/>
          <p:nvPr/>
        </p:nvSpPr>
        <p:spPr>
          <a:xfrm>
            <a:off x="4142425" y="5286047"/>
            <a:ext cx="103293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Character</a:t>
            </a:r>
            <a:endParaRPr lang="en-US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00DB35C-CA92-792E-B528-1EF6D5BFB1D1}"/>
              </a:ext>
            </a:extLst>
          </p:cNvPr>
          <p:cNvSpPr/>
          <p:nvPr/>
        </p:nvSpPr>
        <p:spPr>
          <a:xfrm>
            <a:off x="5288247" y="5286046"/>
            <a:ext cx="1032932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Settings</a:t>
            </a:r>
            <a:endParaRPr lang="en-US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99AA784-3BC6-38D5-F3A3-0B8E6DBD3BD6}"/>
              </a:ext>
            </a:extLst>
          </p:cNvPr>
          <p:cNvSpPr/>
          <p:nvPr/>
        </p:nvSpPr>
        <p:spPr>
          <a:xfrm>
            <a:off x="10008976" y="2469826"/>
            <a:ext cx="1142997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Progression</a:t>
            </a:r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4946B92-1C68-6C51-A481-2C50756F3750}"/>
              </a:ext>
            </a:extLst>
          </p:cNvPr>
          <p:cNvSpPr/>
          <p:nvPr/>
        </p:nvSpPr>
        <p:spPr>
          <a:xfrm>
            <a:off x="8754164" y="3431837"/>
            <a:ext cx="753530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Dialog</a:t>
            </a:r>
            <a:endParaRPr lang="en-US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6EF9777-D258-72BC-48FA-7EE62CA84436}"/>
              </a:ext>
            </a:extLst>
          </p:cNvPr>
          <p:cNvSpPr/>
          <p:nvPr/>
        </p:nvSpPr>
        <p:spPr>
          <a:xfrm>
            <a:off x="7139257" y="4182929"/>
            <a:ext cx="914400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Save/Load</a:t>
            </a:r>
            <a:endParaRPr lang="en-US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04DE04F-1C15-98F3-D5B9-57B78CFAEDC8}"/>
              </a:ext>
            </a:extLst>
          </p:cNvPr>
          <p:cNvSpPr/>
          <p:nvPr/>
        </p:nvSpPr>
        <p:spPr>
          <a:xfrm>
            <a:off x="7021093" y="798686"/>
            <a:ext cx="1199444" cy="355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Local Map</a:t>
            </a:r>
            <a:endParaRPr lang="en-US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D027642-F65B-060A-A9A5-C707CEB01E22}"/>
              </a:ext>
            </a:extLst>
          </p:cNvPr>
          <p:cNvSpPr/>
          <p:nvPr/>
        </p:nvSpPr>
        <p:spPr>
          <a:xfrm>
            <a:off x="2997199" y="3357045"/>
            <a:ext cx="1032933" cy="428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Global Events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4BA0038-2257-9CDE-1EA7-017D4DC44AA3}"/>
              </a:ext>
            </a:extLst>
          </p:cNvPr>
          <p:cNvCxnSpPr>
            <a:cxnSpLocks/>
            <a:stCxn id="16" idx="2"/>
            <a:endCxn id="12" idx="0"/>
          </p:cNvCxnSpPr>
          <p:nvPr/>
        </p:nvCxnSpPr>
        <p:spPr>
          <a:xfrm rot="5400000">
            <a:off x="1335616" y="1619254"/>
            <a:ext cx="705557" cy="11585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E9ABC0E-ED29-C568-1219-D115A187FA61}"/>
              </a:ext>
            </a:extLst>
          </p:cNvPr>
          <p:cNvCxnSpPr>
            <a:cxnSpLocks/>
            <a:stCxn id="12" idx="2"/>
            <a:endCxn id="58" idx="1"/>
          </p:cNvCxnSpPr>
          <p:nvPr/>
        </p:nvCxnSpPr>
        <p:spPr>
          <a:xfrm rot="16200000" flipH="1">
            <a:off x="1757535" y="2331870"/>
            <a:ext cx="591262" cy="18880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0CE8001-C350-0C81-6313-F0B2AB0C413B}"/>
              </a:ext>
            </a:extLst>
          </p:cNvPr>
          <p:cNvSpPr/>
          <p:nvPr/>
        </p:nvSpPr>
        <p:spPr>
          <a:xfrm>
            <a:off x="2928760" y="1428044"/>
            <a:ext cx="1142997" cy="428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Sound Manager</a:t>
            </a:r>
            <a:endParaRPr lang="en-US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E2031C-ABF3-E41A-7163-5EFBA20ADD3A}"/>
              </a:ext>
            </a:extLst>
          </p:cNvPr>
          <p:cNvCxnSpPr>
            <a:cxnSpLocks/>
            <a:stCxn id="58" idx="0"/>
            <a:endCxn id="69" idx="2"/>
          </p:cNvCxnSpPr>
          <p:nvPr/>
        </p:nvCxnSpPr>
        <p:spPr>
          <a:xfrm flipH="1" flipV="1">
            <a:off x="3500259" y="1857022"/>
            <a:ext cx="13407" cy="1500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EA925E6-D3CD-7F50-8BE1-EA143B8307F8}"/>
              </a:ext>
            </a:extLst>
          </p:cNvPr>
          <p:cNvCxnSpPr>
            <a:cxnSpLocks/>
            <a:stCxn id="58" idx="2"/>
            <a:endCxn id="38" idx="0"/>
          </p:cNvCxnSpPr>
          <p:nvPr/>
        </p:nvCxnSpPr>
        <p:spPr>
          <a:xfrm>
            <a:off x="3513666" y="3786023"/>
            <a:ext cx="0" cy="825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4ACDE32-C2C6-3F12-D9B0-6D7C3F60B0C6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 flipH="1">
            <a:off x="3513069" y="4967116"/>
            <a:ext cx="597" cy="318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63">
            <a:extLst>
              <a:ext uri="{FF2B5EF4-FFF2-40B4-BE49-F238E27FC236}">
                <a16:creationId xmlns:a16="http://schemas.microsoft.com/office/drawing/2014/main" id="{B9507271-0D72-9184-C748-8C1FDCDB054A}"/>
              </a:ext>
            </a:extLst>
          </p:cNvPr>
          <p:cNvCxnSpPr>
            <a:cxnSpLocks/>
            <a:stCxn id="38" idx="2"/>
            <a:endCxn id="34" idx="0"/>
          </p:cNvCxnSpPr>
          <p:nvPr/>
        </p:nvCxnSpPr>
        <p:spPr>
          <a:xfrm rot="5400000">
            <a:off x="2769709" y="4564655"/>
            <a:ext cx="341497" cy="11464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63">
            <a:extLst>
              <a:ext uri="{FF2B5EF4-FFF2-40B4-BE49-F238E27FC236}">
                <a16:creationId xmlns:a16="http://schemas.microsoft.com/office/drawing/2014/main" id="{6876D68F-6437-E9AB-6BB1-20EF77E52269}"/>
              </a:ext>
            </a:extLst>
          </p:cNvPr>
          <p:cNvCxnSpPr>
            <a:cxnSpLocks/>
            <a:stCxn id="38" idx="2"/>
            <a:endCxn id="32" idx="0"/>
          </p:cNvCxnSpPr>
          <p:nvPr/>
        </p:nvCxnSpPr>
        <p:spPr>
          <a:xfrm rot="5400000">
            <a:off x="2196797" y="3991745"/>
            <a:ext cx="341498" cy="22922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63">
            <a:extLst>
              <a:ext uri="{FF2B5EF4-FFF2-40B4-BE49-F238E27FC236}">
                <a16:creationId xmlns:a16="http://schemas.microsoft.com/office/drawing/2014/main" id="{7F2B1325-5C44-6FDF-2860-3D1665EFE67E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 rot="16200000" flipH="1">
            <a:off x="3926813" y="4553968"/>
            <a:ext cx="318931" cy="11452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63">
            <a:extLst>
              <a:ext uri="{FF2B5EF4-FFF2-40B4-BE49-F238E27FC236}">
                <a16:creationId xmlns:a16="http://schemas.microsoft.com/office/drawing/2014/main" id="{E597C265-1856-BE0A-FC93-B756BE393EB5}"/>
              </a:ext>
            </a:extLst>
          </p:cNvPr>
          <p:cNvCxnSpPr>
            <a:cxnSpLocks/>
            <a:stCxn id="38" idx="2"/>
            <a:endCxn id="44" idx="0"/>
          </p:cNvCxnSpPr>
          <p:nvPr/>
        </p:nvCxnSpPr>
        <p:spPr>
          <a:xfrm rot="16200000" flipH="1">
            <a:off x="4499724" y="3981057"/>
            <a:ext cx="318930" cy="22910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EF27C8F-445E-A2D3-23A0-4C1312FC302B}"/>
              </a:ext>
            </a:extLst>
          </p:cNvPr>
          <p:cNvSpPr/>
          <p:nvPr/>
        </p:nvSpPr>
        <p:spPr>
          <a:xfrm>
            <a:off x="4972305" y="652526"/>
            <a:ext cx="706748" cy="18790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Scene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313B4C6A-B5FA-36AE-9B43-DC46687A874D}"/>
              </a:ext>
            </a:extLst>
          </p:cNvPr>
          <p:cNvSpPr/>
          <p:nvPr/>
        </p:nvSpPr>
        <p:spPr>
          <a:xfrm>
            <a:off x="6940952" y="643759"/>
            <a:ext cx="706748" cy="18790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Scene</a:t>
            </a:r>
          </a:p>
        </p:txBody>
      </p:sp>
      <p:cxnSp>
        <p:nvCxnSpPr>
          <p:cNvPr id="112" name="Straight Arrow Connector 63">
            <a:extLst>
              <a:ext uri="{FF2B5EF4-FFF2-40B4-BE49-F238E27FC236}">
                <a16:creationId xmlns:a16="http://schemas.microsoft.com/office/drawing/2014/main" id="{B3B3DA49-2731-89F0-4C12-2EC21121C986}"/>
              </a:ext>
            </a:extLst>
          </p:cNvPr>
          <p:cNvCxnSpPr>
            <a:cxnSpLocks/>
            <a:stCxn id="52" idx="2"/>
            <a:endCxn id="24" idx="0"/>
          </p:cNvCxnSpPr>
          <p:nvPr/>
        </p:nvCxnSpPr>
        <p:spPr>
          <a:xfrm rot="5400000">
            <a:off x="7337887" y="1258003"/>
            <a:ext cx="386647" cy="1792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63">
            <a:extLst>
              <a:ext uri="{FF2B5EF4-FFF2-40B4-BE49-F238E27FC236}">
                <a16:creationId xmlns:a16="http://schemas.microsoft.com/office/drawing/2014/main" id="{2B7C4140-CD04-C547-A497-9B218E6D4516}"/>
              </a:ext>
            </a:extLst>
          </p:cNvPr>
          <p:cNvCxnSpPr>
            <a:cxnSpLocks/>
            <a:stCxn id="52" idx="2"/>
            <a:endCxn id="22" idx="0"/>
          </p:cNvCxnSpPr>
          <p:nvPr/>
        </p:nvCxnSpPr>
        <p:spPr>
          <a:xfrm rot="5400000">
            <a:off x="6876452" y="796570"/>
            <a:ext cx="386648" cy="11020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63">
            <a:extLst>
              <a:ext uri="{FF2B5EF4-FFF2-40B4-BE49-F238E27FC236}">
                <a16:creationId xmlns:a16="http://schemas.microsoft.com/office/drawing/2014/main" id="{C992B62D-41BD-4518-4409-EE3F09D6F993}"/>
              </a:ext>
            </a:extLst>
          </p:cNvPr>
          <p:cNvCxnSpPr>
            <a:cxnSpLocks/>
            <a:stCxn id="52" idx="2"/>
            <a:endCxn id="20" idx="0"/>
          </p:cNvCxnSpPr>
          <p:nvPr/>
        </p:nvCxnSpPr>
        <p:spPr>
          <a:xfrm rot="5400000">
            <a:off x="6415018" y="335136"/>
            <a:ext cx="386649" cy="20249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EC03F55-A9E1-CE58-7517-29FD28AC5639}"/>
              </a:ext>
            </a:extLst>
          </p:cNvPr>
          <p:cNvCxnSpPr>
            <a:cxnSpLocks/>
            <a:stCxn id="18" idx="3"/>
            <a:endCxn id="52" idx="1"/>
          </p:cNvCxnSpPr>
          <p:nvPr/>
        </p:nvCxnSpPr>
        <p:spPr>
          <a:xfrm>
            <a:off x="6408669" y="976486"/>
            <a:ext cx="6124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63">
            <a:extLst>
              <a:ext uri="{FF2B5EF4-FFF2-40B4-BE49-F238E27FC236}">
                <a16:creationId xmlns:a16="http://schemas.microsoft.com/office/drawing/2014/main" id="{8C9C304F-3B3F-8C7D-6393-2F86D133AF11}"/>
              </a:ext>
            </a:extLst>
          </p:cNvPr>
          <p:cNvCxnSpPr>
            <a:cxnSpLocks/>
            <a:stCxn id="26" idx="1"/>
            <a:endCxn id="24" idx="3"/>
          </p:cNvCxnSpPr>
          <p:nvPr/>
        </p:nvCxnSpPr>
        <p:spPr>
          <a:xfrm rot="10800000">
            <a:off x="7862115" y="1718732"/>
            <a:ext cx="730066" cy="4801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63">
            <a:extLst>
              <a:ext uri="{FF2B5EF4-FFF2-40B4-BE49-F238E27FC236}">
                <a16:creationId xmlns:a16="http://schemas.microsoft.com/office/drawing/2014/main" id="{63F18CFA-1FD8-289C-43A6-19B3521DC0E7}"/>
              </a:ext>
            </a:extLst>
          </p:cNvPr>
          <p:cNvCxnSpPr>
            <a:cxnSpLocks/>
            <a:stCxn id="28" idx="1"/>
            <a:endCxn id="22" idx="2"/>
          </p:cNvCxnSpPr>
          <p:nvPr/>
        </p:nvCxnSpPr>
        <p:spPr>
          <a:xfrm rot="10800000">
            <a:off x="6518736" y="1896532"/>
            <a:ext cx="2073444" cy="751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63">
            <a:extLst>
              <a:ext uri="{FF2B5EF4-FFF2-40B4-BE49-F238E27FC236}">
                <a16:creationId xmlns:a16="http://schemas.microsoft.com/office/drawing/2014/main" id="{25E9955C-34A5-40C9-2079-D033F66FC3D4}"/>
              </a:ext>
            </a:extLst>
          </p:cNvPr>
          <p:cNvCxnSpPr>
            <a:cxnSpLocks/>
            <a:stCxn id="26" idx="3"/>
            <a:endCxn id="46" idx="0"/>
          </p:cNvCxnSpPr>
          <p:nvPr/>
        </p:nvCxnSpPr>
        <p:spPr>
          <a:xfrm>
            <a:off x="9735178" y="2198894"/>
            <a:ext cx="845297" cy="2709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74F1360-2EFB-8C61-0127-483328AFA7CA}"/>
              </a:ext>
            </a:extLst>
          </p:cNvPr>
          <p:cNvCxnSpPr>
            <a:cxnSpLocks/>
            <a:stCxn id="58" idx="3"/>
            <a:endCxn id="4" idx="1"/>
          </p:cNvCxnSpPr>
          <p:nvPr/>
        </p:nvCxnSpPr>
        <p:spPr>
          <a:xfrm>
            <a:off x="4030132" y="3571534"/>
            <a:ext cx="3109125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37">
            <a:extLst>
              <a:ext uri="{FF2B5EF4-FFF2-40B4-BE49-F238E27FC236}">
                <a16:creationId xmlns:a16="http://schemas.microsoft.com/office/drawing/2014/main" id="{68CFBDAF-FB70-7F5F-9074-C78125DE1C6C}"/>
              </a:ext>
            </a:extLst>
          </p:cNvPr>
          <p:cNvCxnSpPr>
            <a:cxnSpLocks/>
            <a:stCxn id="58" idx="3"/>
            <a:endCxn id="8" idx="1"/>
          </p:cNvCxnSpPr>
          <p:nvPr/>
        </p:nvCxnSpPr>
        <p:spPr>
          <a:xfrm>
            <a:off x="4030132" y="3571534"/>
            <a:ext cx="3109125" cy="36751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37">
            <a:extLst>
              <a:ext uri="{FF2B5EF4-FFF2-40B4-BE49-F238E27FC236}">
                <a16:creationId xmlns:a16="http://schemas.microsoft.com/office/drawing/2014/main" id="{9A38DAC7-CCDB-DAB3-40C6-4043B5F2AD84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 rot="5400000">
            <a:off x="812642" y="5614462"/>
            <a:ext cx="359033" cy="45853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DEB458D-176E-8DA5-F6C8-259C16752F29}"/>
              </a:ext>
            </a:extLst>
          </p:cNvPr>
          <p:cNvCxnSpPr>
            <a:cxnSpLocks/>
            <a:stCxn id="4" idx="3"/>
            <a:endCxn id="48" idx="1"/>
          </p:cNvCxnSpPr>
          <p:nvPr/>
        </p:nvCxnSpPr>
        <p:spPr>
          <a:xfrm flipV="1">
            <a:off x="7980279" y="3571535"/>
            <a:ext cx="7738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37">
            <a:extLst>
              <a:ext uri="{FF2B5EF4-FFF2-40B4-BE49-F238E27FC236}">
                <a16:creationId xmlns:a16="http://schemas.microsoft.com/office/drawing/2014/main" id="{A8B2FEBB-A7BD-FF81-445B-227923E7154A}"/>
              </a:ext>
            </a:extLst>
          </p:cNvPr>
          <p:cNvCxnSpPr>
            <a:cxnSpLocks/>
            <a:stCxn id="58" idx="3"/>
            <a:endCxn id="50" idx="1"/>
          </p:cNvCxnSpPr>
          <p:nvPr/>
        </p:nvCxnSpPr>
        <p:spPr>
          <a:xfrm>
            <a:off x="4030132" y="3571534"/>
            <a:ext cx="3109125" cy="75109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DFEC354A-C43F-B662-5646-A366BF504994}"/>
              </a:ext>
            </a:extLst>
          </p:cNvPr>
          <p:cNvSpPr/>
          <p:nvPr/>
        </p:nvSpPr>
        <p:spPr>
          <a:xfrm>
            <a:off x="1227364" y="6023246"/>
            <a:ext cx="1032932" cy="2793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Investigation</a:t>
            </a:r>
            <a:endParaRPr lang="en-US" dirty="0"/>
          </a:p>
        </p:txBody>
      </p:sp>
      <p:cxnSp>
        <p:nvCxnSpPr>
          <p:cNvPr id="170" name="Straight Arrow Connector 137">
            <a:extLst>
              <a:ext uri="{FF2B5EF4-FFF2-40B4-BE49-F238E27FC236}">
                <a16:creationId xmlns:a16="http://schemas.microsoft.com/office/drawing/2014/main" id="{B5E0275E-13FF-5B40-A840-B915D67FBAA4}"/>
              </a:ext>
            </a:extLst>
          </p:cNvPr>
          <p:cNvCxnSpPr>
            <a:cxnSpLocks/>
            <a:stCxn id="32" idx="2"/>
            <a:endCxn id="169" idx="0"/>
          </p:cNvCxnSpPr>
          <p:nvPr/>
        </p:nvCxnSpPr>
        <p:spPr>
          <a:xfrm rot="16200000" flipH="1">
            <a:off x="1303111" y="5582526"/>
            <a:ext cx="359033" cy="522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05B7C0-8D9C-8211-882C-91F09C53F482}"/>
              </a:ext>
            </a:extLst>
          </p:cNvPr>
          <p:cNvSpPr/>
          <p:nvPr/>
        </p:nvSpPr>
        <p:spPr>
          <a:xfrm>
            <a:off x="7139257" y="4605151"/>
            <a:ext cx="914400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Day/Night</a:t>
            </a:r>
            <a:endParaRPr lang="en-US" dirty="0"/>
          </a:p>
        </p:txBody>
      </p:sp>
      <p:cxnSp>
        <p:nvCxnSpPr>
          <p:cNvPr id="5" name="Straight Arrow Connector 137">
            <a:extLst>
              <a:ext uri="{FF2B5EF4-FFF2-40B4-BE49-F238E27FC236}">
                <a16:creationId xmlns:a16="http://schemas.microsoft.com/office/drawing/2014/main" id="{2BAA068C-BE48-B1BD-D2AF-17A6098B7766}"/>
              </a:ext>
            </a:extLst>
          </p:cNvPr>
          <p:cNvCxnSpPr>
            <a:cxnSpLocks/>
            <a:stCxn id="58" idx="3"/>
            <a:endCxn id="3" idx="1"/>
          </p:cNvCxnSpPr>
          <p:nvPr/>
        </p:nvCxnSpPr>
        <p:spPr>
          <a:xfrm>
            <a:off x="4030132" y="3571534"/>
            <a:ext cx="3109125" cy="117331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6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7F9DD3A-4726-291A-1773-73F34A7D73FA}"/>
              </a:ext>
            </a:extLst>
          </p:cNvPr>
          <p:cNvCxnSpPr/>
          <p:nvPr/>
        </p:nvCxnSpPr>
        <p:spPr>
          <a:xfrm>
            <a:off x="3945467" y="1309512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845008-808C-EEA3-EA52-C7D8B225E1F5}"/>
              </a:ext>
            </a:extLst>
          </p:cNvPr>
          <p:cNvSpPr/>
          <p:nvPr/>
        </p:nvSpPr>
        <p:spPr>
          <a:xfrm>
            <a:off x="217314" y="248370"/>
            <a:ext cx="914400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Town MVP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884462-B1D4-ECDC-38F3-283B16B2F8D2}"/>
              </a:ext>
            </a:extLst>
          </p:cNvPr>
          <p:cNvSpPr/>
          <p:nvPr/>
        </p:nvSpPr>
        <p:spPr>
          <a:xfrm>
            <a:off x="454381" y="654770"/>
            <a:ext cx="914400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PI office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04A430-81BB-2E77-5DC5-358E714A2BEF}"/>
              </a:ext>
            </a:extLst>
          </p:cNvPr>
          <p:cNvSpPr/>
          <p:nvPr/>
        </p:nvSpPr>
        <p:spPr>
          <a:xfrm>
            <a:off x="454381" y="1030117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Grocery Store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0849BA-8C01-C1D6-BBE0-C7358FB88CB5}"/>
              </a:ext>
            </a:extLst>
          </p:cNvPr>
          <p:cNvSpPr/>
          <p:nvPr/>
        </p:nvSpPr>
        <p:spPr>
          <a:xfrm>
            <a:off x="454381" y="1766712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City Hall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85A820-5295-7E78-4570-A0DE8518C2E2}"/>
              </a:ext>
            </a:extLst>
          </p:cNvPr>
          <p:cNvSpPr/>
          <p:nvPr/>
        </p:nvSpPr>
        <p:spPr>
          <a:xfrm>
            <a:off x="454381" y="2142059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Bar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9C721E-54C1-3267-5708-9EF990F84DBE}"/>
              </a:ext>
            </a:extLst>
          </p:cNvPr>
          <p:cNvSpPr/>
          <p:nvPr/>
        </p:nvSpPr>
        <p:spPr>
          <a:xfrm>
            <a:off x="454381" y="2534340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Park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7340C9-6CC0-CE18-EEA0-EA24499C95A1}"/>
              </a:ext>
            </a:extLst>
          </p:cNvPr>
          <p:cNvSpPr/>
          <p:nvPr/>
        </p:nvSpPr>
        <p:spPr>
          <a:xfrm>
            <a:off x="454381" y="2926621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Docks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9743E6-FD96-9345-147D-65EF84EB3E03}"/>
              </a:ext>
            </a:extLst>
          </p:cNvPr>
          <p:cNvSpPr/>
          <p:nvPr/>
        </p:nvSpPr>
        <p:spPr>
          <a:xfrm>
            <a:off x="454381" y="3318902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Warehouse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014EE2-9B6D-759E-6148-AE01FEEC7EA7}"/>
              </a:ext>
            </a:extLst>
          </p:cNvPr>
          <p:cNvSpPr/>
          <p:nvPr/>
        </p:nvSpPr>
        <p:spPr>
          <a:xfrm>
            <a:off x="454381" y="1391365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Theatre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E84910-E384-4C60-A91D-56706F3D6188}"/>
              </a:ext>
            </a:extLst>
          </p:cNvPr>
          <p:cNvSpPr/>
          <p:nvPr/>
        </p:nvSpPr>
        <p:spPr>
          <a:xfrm>
            <a:off x="454381" y="3733819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Residence 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4C93FA-DF59-B93A-86C1-A8D1E2BC380F}"/>
              </a:ext>
            </a:extLst>
          </p:cNvPr>
          <p:cNvSpPr/>
          <p:nvPr/>
        </p:nvSpPr>
        <p:spPr>
          <a:xfrm>
            <a:off x="454381" y="4106352"/>
            <a:ext cx="1188152" cy="279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Apartments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46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97974C-C7A7-FBE4-D3B2-7F005DA22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60" t="6168" r="26179" b="6774"/>
          <a:stretch>
            <a:fillRect/>
          </a:stretch>
        </p:blipFill>
        <p:spPr>
          <a:xfrm>
            <a:off x="349624" y="318246"/>
            <a:ext cx="3119718" cy="311075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0A7E61-4802-C60D-81E7-E93745146848}"/>
              </a:ext>
            </a:extLst>
          </p:cNvPr>
          <p:cNvSpPr/>
          <p:nvPr/>
        </p:nvSpPr>
        <p:spPr>
          <a:xfrm>
            <a:off x="6669736" y="461682"/>
            <a:ext cx="1299883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Day/night wheel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64A797-136D-6B66-F58D-AE27ABBB7EDB}"/>
              </a:ext>
            </a:extLst>
          </p:cNvPr>
          <p:cNvSpPr/>
          <p:nvPr/>
        </p:nvSpPr>
        <p:spPr>
          <a:xfrm>
            <a:off x="6669736" y="1228164"/>
            <a:ext cx="1299883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Cosmetic Cover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82D443-4EFD-497D-4FC4-56A9E457E530}"/>
              </a:ext>
            </a:extLst>
          </p:cNvPr>
          <p:cNvSpPr/>
          <p:nvPr/>
        </p:nvSpPr>
        <p:spPr>
          <a:xfrm>
            <a:off x="8166843" y="2017058"/>
            <a:ext cx="1299883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Hour Hand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786F69-3DFA-338B-E725-77B9CB0DE09B}"/>
              </a:ext>
            </a:extLst>
          </p:cNvPr>
          <p:cNvSpPr/>
          <p:nvPr/>
        </p:nvSpPr>
        <p:spPr>
          <a:xfrm>
            <a:off x="9654987" y="2017058"/>
            <a:ext cx="1299883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Minute Hand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0D06A4-A31E-E785-A7F0-8A25D8DB6B44}"/>
              </a:ext>
            </a:extLst>
          </p:cNvPr>
          <p:cNvSpPr/>
          <p:nvPr/>
        </p:nvSpPr>
        <p:spPr>
          <a:xfrm>
            <a:off x="6571123" y="2826123"/>
            <a:ext cx="1515033" cy="407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 Tracker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F63B8A-948B-FFFA-1C33-3577038C2B65}"/>
              </a:ext>
            </a:extLst>
          </p:cNvPr>
          <p:cNvSpPr/>
          <p:nvPr/>
        </p:nvSpPr>
        <p:spPr>
          <a:xfrm>
            <a:off x="6678699" y="1994646"/>
            <a:ext cx="1299883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Digital Readout</a:t>
            </a:r>
          </a:p>
        </p:txBody>
      </p:sp>
    </p:spTree>
    <p:extLst>
      <p:ext uri="{BB962C8B-B14F-4D97-AF65-F5344CB8AC3E}">
        <p14:creationId xmlns:p14="http://schemas.microsoft.com/office/powerpoint/2010/main" val="217933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75</Words>
  <Application>Microsoft Office PowerPoint</Application>
  <PresentationFormat>Widescreen</PresentationFormat>
  <Paragraphs>47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Young</dc:creator>
  <cp:lastModifiedBy>Justin Young</cp:lastModifiedBy>
  <cp:revision>3</cp:revision>
  <dcterms:created xsi:type="dcterms:W3CDTF">2026-08-04T15:49:28Z</dcterms:created>
  <dcterms:modified xsi:type="dcterms:W3CDTF">2026-08-07T13:59:58Z</dcterms:modified>
</cp:coreProperties>
</file>